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 Course Lab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 Md. Anowar Kabir</a:t>
            </a:r>
          </a:p>
          <a:p>
            <a:r>
              <a:t>Course: Data Mining</a:t>
            </a:r>
          </a:p>
          <a:p>
            <a:r>
              <a:t>Date: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Frontend-based project summarizing data mining concepts.</a:t>
            </a:r>
          </a:p>
          <a:p>
            <a:r>
              <a:t>Includes overview, techniques, tools, datasets, and quiz.</a:t>
            </a:r>
          </a:p>
          <a:p>
            <a:r>
              <a:t>Designed as an easy learning website.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struggle with quick revision.</a:t>
            </a:r>
          </a:p>
          <a:p>
            <a:r>
              <a:t>Lack of structured visual resources.</a:t>
            </a:r>
          </a:p>
          <a:p>
            <a:r>
              <a:t>Solution: simple, interactive study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&amp; Cleaning</a:t>
            </a:r>
          </a:p>
          <a:p>
            <a:r>
              <a:t>EDA</a:t>
            </a:r>
          </a:p>
          <a:p>
            <a:r>
              <a:t>Supervised &amp; Unsupervised Learning</a:t>
            </a:r>
          </a:p>
          <a:p>
            <a:r>
              <a:t>Decision Trees, K-Means, Naive Bayes, k-NN</a:t>
            </a:r>
          </a:p>
          <a:p>
            <a:r>
              <a:t>Tools: Python, Pandas, scikit-learn,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design</a:t>
            </a:r>
          </a:p>
          <a:p>
            <a:r>
              <a:t>Easy navigation</a:t>
            </a:r>
          </a:p>
          <a:p>
            <a:r>
              <a:t>Organized sections</a:t>
            </a:r>
          </a:p>
          <a:p>
            <a:r>
              <a:t>Interactive quiz</a:t>
            </a:r>
          </a:p>
          <a:p>
            <a:r>
              <a:t>Mobile-friendly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hosting ready</a:t>
            </a:r>
          </a:p>
          <a:p>
            <a:r>
              <a:t>Platforms: GitHub Pages, Netlify, Vercel</a:t>
            </a:r>
          </a:p>
          <a:p>
            <a:r>
              <a:t>Live link can be shared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and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Homepage overview</a:t>
            </a:r>
          </a:p>
          <a:p>
            <a:r>
              <a:t>Concepts &amp; Algorithms</a:t>
            </a:r>
          </a:p>
          <a:p>
            <a:r>
              <a:t>Quiz demonstration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concept presentation</a:t>
            </a:r>
          </a:p>
          <a:p>
            <a:r>
              <a:t>Frontend skills (HTML, CSS, JS)</a:t>
            </a:r>
          </a:p>
          <a:p>
            <a:r>
              <a:t>Built interactive tool</a:t>
            </a:r>
          </a:p>
          <a:p>
            <a:r>
              <a:t>Learned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https://github.com/tanjim042/data-mining-lab-final</a:t>
            </a:r>
          </a:p>
          <a:p>
            <a:r>
              <a:t>Live link: (add later)</a:t>
            </a:r>
          </a:p>
          <a:p>
            <a:r>
              <a:t>Slides: presentation-slides.md</a:t>
            </a:r>
          </a:p>
          <a:p>
            <a:r>
              <a:t>Video: (add later)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